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3" d="100"/>
          <a:sy n="53" d="100"/>
        </p:scale>
        <p:origin x="272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4286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491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39113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011507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88742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9732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1022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5977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0461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21091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5520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9D1EEB-1E73-450F-AC44-44B4C1567CBB}" type="datetimeFigureOut">
              <a:rPr lang="pt-BR" smtClean="0"/>
              <a:t>15/08/2026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1F8BF-7DF9-47DD-B3BC-2EE0E2F4DEB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512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ED6F136-CCF0-BF2E-D306-DE2987206C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3" y="271515"/>
            <a:ext cx="4097683" cy="9525628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2FEDAC14-EACD-BD91-C353-402CA9977F61}"/>
              </a:ext>
            </a:extLst>
          </p:cNvPr>
          <p:cNvSpPr/>
          <p:nvPr/>
        </p:nvSpPr>
        <p:spPr>
          <a:xfrm>
            <a:off x="2264229" y="3947886"/>
            <a:ext cx="1320800" cy="425268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36C94C3-4688-4379-5B7A-08B1A0B21E75}"/>
              </a:ext>
            </a:extLst>
          </p:cNvPr>
          <p:cNvSpPr/>
          <p:nvPr/>
        </p:nvSpPr>
        <p:spPr>
          <a:xfrm>
            <a:off x="1407886" y="6429829"/>
            <a:ext cx="856343" cy="1770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8F642BFB-F2E2-A529-DB53-3DEB0C0C03C1}"/>
              </a:ext>
            </a:extLst>
          </p:cNvPr>
          <p:cNvSpPr/>
          <p:nvPr/>
        </p:nvSpPr>
        <p:spPr>
          <a:xfrm>
            <a:off x="725714" y="6429828"/>
            <a:ext cx="682172" cy="177074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35C666E8-BA6F-0A53-942D-A6B8AB7BE09A}"/>
              </a:ext>
            </a:extLst>
          </p:cNvPr>
          <p:cNvSpPr/>
          <p:nvPr/>
        </p:nvSpPr>
        <p:spPr>
          <a:xfrm>
            <a:off x="2264229" y="3947886"/>
            <a:ext cx="290285" cy="3628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49867F78-D737-D832-F1B1-E2D14B95D292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08743" y="5493655"/>
            <a:ext cx="4252685" cy="1161144"/>
          </a:xfrm>
          <a:prstGeom prst="bentConnector3">
            <a:avLst>
              <a:gd name="adj1" fmla="val 2218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Conector: Angulado 14">
            <a:extLst>
              <a:ext uri="{FF2B5EF4-FFF2-40B4-BE49-F238E27FC236}">
                <a16:creationId xmlns:a16="http://schemas.microsoft.com/office/drawing/2014/main" id="{ADA88872-1C92-A568-4984-0BAC81B90BC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554514" y="4129315"/>
            <a:ext cx="1313543" cy="4223654"/>
          </a:xfrm>
          <a:prstGeom prst="bentConnector2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do 27">
            <a:extLst>
              <a:ext uri="{FF2B5EF4-FFF2-40B4-BE49-F238E27FC236}">
                <a16:creationId xmlns:a16="http://schemas.microsoft.com/office/drawing/2014/main" id="{FA15E33C-B873-BDBD-1B13-135ABFB7AA38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-1261439" y="5298365"/>
            <a:ext cx="4971142" cy="1138066"/>
          </a:xfrm>
          <a:prstGeom prst="bentConnector3">
            <a:avLst/>
          </a:prstGeom>
          <a:ln w="762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21FB5AEF-1493-4F5F-EA32-4AAC931794BA}"/>
              </a:ext>
            </a:extLst>
          </p:cNvPr>
          <p:cNvCxnSpPr>
            <a:cxnSpLocks/>
          </p:cNvCxnSpPr>
          <p:nvPr/>
        </p:nvCxnSpPr>
        <p:spPr>
          <a:xfrm>
            <a:off x="1793165" y="3381827"/>
            <a:ext cx="936172" cy="0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tângulo 33">
            <a:extLst>
              <a:ext uri="{FF2B5EF4-FFF2-40B4-BE49-F238E27FC236}">
                <a16:creationId xmlns:a16="http://schemas.microsoft.com/office/drawing/2014/main" id="{892B7669-7AD6-C1AF-6147-C8447EBDB3C9}"/>
              </a:ext>
            </a:extLst>
          </p:cNvPr>
          <p:cNvSpPr/>
          <p:nvPr/>
        </p:nvSpPr>
        <p:spPr>
          <a:xfrm>
            <a:off x="2729337" y="3236686"/>
            <a:ext cx="201894" cy="3265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04082159-315A-FF00-45C1-8BAEC5700789}"/>
              </a:ext>
            </a:extLst>
          </p:cNvPr>
          <p:cNvSpPr/>
          <p:nvPr/>
        </p:nvSpPr>
        <p:spPr>
          <a:xfrm>
            <a:off x="554152" y="573314"/>
            <a:ext cx="201894" cy="3265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de Seta Reta 36">
            <a:extLst>
              <a:ext uri="{FF2B5EF4-FFF2-40B4-BE49-F238E27FC236}">
                <a16:creationId xmlns:a16="http://schemas.microsoft.com/office/drawing/2014/main" id="{A027C80D-AADB-6C99-2410-AEFAA7243691}"/>
              </a:ext>
            </a:extLst>
          </p:cNvPr>
          <p:cNvCxnSpPr/>
          <p:nvPr/>
        </p:nvCxnSpPr>
        <p:spPr>
          <a:xfrm>
            <a:off x="756046" y="899864"/>
            <a:ext cx="1973291" cy="2336822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id="{42D7E19A-7640-F86E-EB49-1B1E637CF735}"/>
              </a:ext>
            </a:extLst>
          </p:cNvPr>
          <p:cNvCxnSpPr/>
          <p:nvPr/>
        </p:nvCxnSpPr>
        <p:spPr>
          <a:xfrm>
            <a:off x="4455886" y="391886"/>
            <a:ext cx="0" cy="344703"/>
          </a:xfrm>
          <a:prstGeom prst="straightConnector1">
            <a:avLst/>
          </a:prstGeom>
          <a:ln w="76200">
            <a:solidFill>
              <a:schemeClr val="accent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28BC6DD1-EEC3-4243-6ACC-8FBEB70E6E74}"/>
              </a:ext>
            </a:extLst>
          </p:cNvPr>
          <p:cNvSpPr txBox="1"/>
          <p:nvPr/>
        </p:nvSpPr>
        <p:spPr>
          <a:xfrm>
            <a:off x="4650786" y="367257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CANO/FIO</a:t>
            </a:r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id="{A0680059-9832-0C34-9076-3BD1F52C0DBA}"/>
              </a:ext>
            </a:extLst>
          </p:cNvPr>
          <p:cNvSpPr/>
          <p:nvPr/>
        </p:nvSpPr>
        <p:spPr>
          <a:xfrm>
            <a:off x="4354939" y="1066800"/>
            <a:ext cx="201894" cy="326550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CaixaDeTexto 41">
            <a:extLst>
              <a:ext uri="{FF2B5EF4-FFF2-40B4-BE49-F238E27FC236}">
                <a16:creationId xmlns:a16="http://schemas.microsoft.com/office/drawing/2014/main" id="{76322AFC-FF0B-D99B-B6DC-21E28DD2B47A}"/>
              </a:ext>
            </a:extLst>
          </p:cNvPr>
          <p:cNvSpPr txBox="1"/>
          <p:nvPr/>
        </p:nvSpPr>
        <p:spPr>
          <a:xfrm>
            <a:off x="4650785" y="1024018"/>
            <a:ext cx="21773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CAIXA SUBTERRANEA</a:t>
            </a:r>
          </a:p>
        </p:txBody>
      </p:sp>
      <p:cxnSp>
        <p:nvCxnSpPr>
          <p:cNvPr id="43" name="Conector: Angulado 42">
            <a:extLst>
              <a:ext uri="{FF2B5EF4-FFF2-40B4-BE49-F238E27FC236}">
                <a16:creationId xmlns:a16="http://schemas.microsoft.com/office/drawing/2014/main" id="{F30661A3-6DDA-EDC1-AB8B-CDBBEFC2A2E0}"/>
              </a:ext>
            </a:extLst>
          </p:cNvPr>
          <p:cNvCxnSpPr>
            <a:cxnSpLocks/>
          </p:cNvCxnSpPr>
          <p:nvPr/>
        </p:nvCxnSpPr>
        <p:spPr>
          <a:xfrm rot="16200000" flipH="1">
            <a:off x="4352309" y="1726191"/>
            <a:ext cx="344714" cy="339454"/>
          </a:xfrm>
          <a:prstGeom prst="bentConnector3">
            <a:avLst>
              <a:gd name="adj1" fmla="val 50000"/>
            </a:avLst>
          </a:prstGeom>
          <a:ln w="76200">
            <a:solidFill>
              <a:srgbClr val="FFFF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6" name="CaixaDeTexto 45">
            <a:extLst>
              <a:ext uri="{FF2B5EF4-FFF2-40B4-BE49-F238E27FC236}">
                <a16:creationId xmlns:a16="http://schemas.microsoft.com/office/drawing/2014/main" id="{BB8239CE-33BF-AD98-E4C3-7B8EBB1EA873}"/>
              </a:ext>
            </a:extLst>
          </p:cNvPr>
          <p:cNvSpPr txBox="1"/>
          <p:nvPr/>
        </p:nvSpPr>
        <p:spPr>
          <a:xfrm>
            <a:off x="4680673" y="1746484"/>
            <a:ext cx="1436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FIO EXTERNO</a:t>
            </a:r>
          </a:p>
        </p:txBody>
      </p:sp>
      <p:sp>
        <p:nvSpPr>
          <p:cNvPr id="47" name="Retângulo 46">
            <a:extLst>
              <a:ext uri="{FF2B5EF4-FFF2-40B4-BE49-F238E27FC236}">
                <a16:creationId xmlns:a16="http://schemas.microsoft.com/office/drawing/2014/main" id="{DE575CEC-2FDF-DAC8-D0A3-EDFE71A2BD35}"/>
              </a:ext>
            </a:extLst>
          </p:cNvPr>
          <p:cNvSpPr/>
          <p:nvPr/>
        </p:nvSpPr>
        <p:spPr>
          <a:xfrm>
            <a:off x="4314282" y="2398486"/>
            <a:ext cx="290285" cy="362857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4BEB783-5A7B-B142-9903-5D5602992422}"/>
              </a:ext>
            </a:extLst>
          </p:cNvPr>
          <p:cNvSpPr txBox="1"/>
          <p:nvPr/>
        </p:nvSpPr>
        <p:spPr>
          <a:xfrm>
            <a:off x="4680673" y="2453566"/>
            <a:ext cx="18780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dirty="0"/>
              <a:t>CAIXA ORGANIZADORA</a:t>
            </a:r>
          </a:p>
        </p:txBody>
      </p:sp>
      <p:pic>
        <p:nvPicPr>
          <p:cNvPr id="1028" name="Picture 4" descr="Cctv - Free security icons">
            <a:extLst>
              <a:ext uri="{FF2B5EF4-FFF2-40B4-BE49-F238E27FC236}">
                <a16:creationId xmlns:a16="http://schemas.microsoft.com/office/drawing/2014/main" id="{1AC09113-65D8-0230-A15F-C1B32CB93C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493" y="175672"/>
            <a:ext cx="493486" cy="49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4" descr="Cctv - Free security icons">
            <a:extLst>
              <a:ext uri="{FF2B5EF4-FFF2-40B4-BE49-F238E27FC236}">
                <a16:creationId xmlns:a16="http://schemas.microsoft.com/office/drawing/2014/main" id="{4B10400B-D4B6-EBB8-0399-3CB00FE45A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164295">
            <a:off x="597694" y="7968722"/>
            <a:ext cx="493486" cy="49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4" descr="Cctv - Free security icons">
            <a:extLst>
              <a:ext uri="{FF2B5EF4-FFF2-40B4-BE49-F238E27FC236}">
                <a16:creationId xmlns:a16="http://schemas.microsoft.com/office/drawing/2014/main" id="{C072A4CD-6C11-E34E-70B3-0BE817977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3427985" y="7612741"/>
            <a:ext cx="493486" cy="49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5" name="Picture 4" descr="Cctv - Free security icons">
            <a:extLst>
              <a:ext uri="{FF2B5EF4-FFF2-40B4-BE49-F238E27FC236}">
                <a16:creationId xmlns:a16="http://schemas.microsoft.com/office/drawing/2014/main" id="{1684D3FE-D607-8F4B-D62F-5A78E4701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7023783">
            <a:off x="3147813" y="8106226"/>
            <a:ext cx="493486" cy="49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6" name="Picture 4" descr="Cctv - Free security icons">
            <a:extLst>
              <a:ext uri="{FF2B5EF4-FFF2-40B4-BE49-F238E27FC236}">
                <a16:creationId xmlns:a16="http://schemas.microsoft.com/office/drawing/2014/main" id="{A5C4E2B6-2A69-89CF-4149-744D724681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4190910" y="3073411"/>
            <a:ext cx="493486" cy="49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CaixaDeTexto 56">
            <a:extLst>
              <a:ext uri="{FF2B5EF4-FFF2-40B4-BE49-F238E27FC236}">
                <a16:creationId xmlns:a16="http://schemas.microsoft.com/office/drawing/2014/main" id="{CDA7A8E9-31E5-0DD7-2EFE-DBBB3F025A95}"/>
              </a:ext>
            </a:extLst>
          </p:cNvPr>
          <p:cNvSpPr txBox="1"/>
          <p:nvPr/>
        </p:nvSpPr>
        <p:spPr>
          <a:xfrm>
            <a:off x="4718742" y="3135488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CÂMERA</a:t>
            </a:r>
          </a:p>
        </p:txBody>
      </p: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id="{3B453666-7DBA-8C68-E023-41BF42E596A6}"/>
              </a:ext>
            </a:extLst>
          </p:cNvPr>
          <p:cNvCxnSpPr/>
          <p:nvPr/>
        </p:nvCxnSpPr>
        <p:spPr>
          <a:xfrm flipH="1">
            <a:off x="2540650" y="3615896"/>
            <a:ext cx="275771" cy="275770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id="{D235AEE3-C27F-5B4A-0C57-9E01855EC894}"/>
              </a:ext>
            </a:extLst>
          </p:cNvPr>
          <p:cNvCxnSpPr>
            <a:cxnSpLocks/>
          </p:cNvCxnSpPr>
          <p:nvPr/>
        </p:nvCxnSpPr>
        <p:spPr>
          <a:xfrm flipH="1">
            <a:off x="4314282" y="3766479"/>
            <a:ext cx="336503" cy="428767"/>
          </a:xfrm>
          <a:prstGeom prst="straightConnector1">
            <a:avLst/>
          </a:prstGeom>
          <a:ln w="76200">
            <a:solidFill>
              <a:schemeClr val="accent4">
                <a:lumMod val="60000"/>
                <a:lumOff val="4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D8D2612E-FD86-E22F-DC95-9D0462BC3786}"/>
              </a:ext>
            </a:extLst>
          </p:cNvPr>
          <p:cNvSpPr txBox="1"/>
          <p:nvPr/>
        </p:nvSpPr>
        <p:spPr>
          <a:xfrm>
            <a:off x="4694393" y="3657696"/>
            <a:ext cx="194527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PASSAGEM DE FIO </a:t>
            </a:r>
            <a:br>
              <a:rPr lang="pt-BR" dirty="0"/>
            </a:br>
            <a:r>
              <a:rPr lang="pt-BR" dirty="0"/>
              <a:t>ELETRODUTO</a:t>
            </a:r>
          </a:p>
        </p:txBody>
      </p:sp>
      <p:sp>
        <p:nvSpPr>
          <p:cNvPr id="1024" name="CaixaDeTexto 1023">
            <a:extLst>
              <a:ext uri="{FF2B5EF4-FFF2-40B4-BE49-F238E27FC236}">
                <a16:creationId xmlns:a16="http://schemas.microsoft.com/office/drawing/2014/main" id="{81646629-E046-3DCC-5A6A-3BCEB94CBF29}"/>
              </a:ext>
            </a:extLst>
          </p:cNvPr>
          <p:cNvSpPr txBox="1"/>
          <p:nvPr/>
        </p:nvSpPr>
        <p:spPr>
          <a:xfrm>
            <a:off x="4437653" y="5152571"/>
            <a:ext cx="22570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* Nenhum fio exposto</a:t>
            </a:r>
          </a:p>
        </p:txBody>
      </p:sp>
    </p:spTree>
    <p:extLst>
      <p:ext uri="{BB962C8B-B14F-4D97-AF65-F5344CB8AC3E}">
        <p14:creationId xmlns:p14="http://schemas.microsoft.com/office/powerpoint/2010/main" val="284982062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19</Words>
  <Application>Microsoft Office PowerPoint</Application>
  <PresentationFormat>Papel A4 (210 x 297 mm)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Camila Rodrigues</dc:creator>
  <cp:lastModifiedBy>Camila Rodrigues</cp:lastModifiedBy>
  <cp:revision>3</cp:revision>
  <dcterms:created xsi:type="dcterms:W3CDTF">2026-08-15T15:09:22Z</dcterms:created>
  <dcterms:modified xsi:type="dcterms:W3CDTF">2026-08-15T16:00:11Z</dcterms:modified>
</cp:coreProperties>
</file>